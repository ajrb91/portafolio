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C0563-340A-FC2A-1528-D523B19DF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B63D78-A90D-BFC9-85C5-8BB92E7EC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E67A00-E8EB-2FEC-8EEB-5F054183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F73760-EE60-6757-8573-19B11CE2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D7C0A-CB6B-D19C-FC9B-D846CF9F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3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E8105-7D9E-4F03-0AFB-C13942B3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EC57F7-F7BF-E708-A92A-9CBDCCF3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403C06-146B-17B7-76BA-2A725E00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F0524A-E689-8690-35A3-631EF1B8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1FAE4-6749-05B1-10A8-D04E9132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4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85DAF-F7C8-A05B-F53F-F9C7ADD0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8AD258-9FB0-D499-1070-B5C2DE07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E9D15-9059-16F6-B990-961E17C4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E71A8-9A6A-C97D-79EA-A527B64B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22F088-4A5E-2510-28EB-122388A0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3178D-3B0E-69A4-D023-383C1BFA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23EFDD-7465-DE4B-8FC2-B7C81F7D9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84BD30-C99C-B45C-E884-DF69C1F62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66F00A-8562-4A99-0186-E776D645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8180AB-9AD3-9392-0F53-90C16D90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91C091-69F1-A418-2930-89C5E248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8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7D75B-0A9C-4786-FD0C-303F0C3E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E8C38-84E9-1081-C68A-A77C09352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04A0EE-8E20-E4D5-63D2-1A881D1AA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7DFF6F-91EE-CBD2-E2C6-641C2BC9E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FD254AE-79F6-1557-7BC1-CFB807F7F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13E230-099C-4A76-9D50-7E8D397F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3C6DE1-D0F5-1D1D-F77B-3D4E8640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E98EB3-4E9A-7EFA-7860-86FCCE19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D46F7-70DE-1B81-4EDB-41FECF6F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A3B1E3-B7C7-F39D-FAA9-9A8C5627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8610D5-DE98-AC5A-E5C2-F6EB7F0B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EF7A5D-93A9-0164-4B03-18CB933B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7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BCC8FA-235A-E78B-70E6-2E757697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C12B0C-B70A-885D-3277-0666EC76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30C5C1-F7B9-5F13-5040-302E3785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A1A8B-ECD8-5C9A-0E62-E9072C87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1DD95-E266-C526-8258-73268C8B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726CF7-09D8-2F04-B6A0-E4A300B07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08F55E-BA5E-C37D-2A53-419B1C6E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3DBDB7-6114-3AE4-1ECE-C89E4A60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8C590B-4AC3-9957-F611-A4559700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2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7D5BB-1264-8534-6B4C-C9AB363D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8E2CCF-36DC-6ED7-3A56-DF6E1CC9F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725A77-F410-CB48-4F26-C95374DD1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137C1C-5C1B-7E46-3F4D-1E2FCD4B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3D55FB-7420-3F87-8B4B-F9FB55F4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15692D-4957-8637-7AA0-5C42054F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6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F4C37-E1EA-0F20-542F-E1902A29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E5734D-7858-44E6-D621-61CBC38B4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6E614-EBE8-B830-0CF0-1CA8E21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FDE9C-8305-D43A-7BD7-9415903E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F7E84-20B6-B7EF-7D0E-806CC299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3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4C8C95-CBF1-787F-5F59-C99A97763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1E8916-74EB-9B48-392A-5E16E110D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0606A9-4ADE-3BE0-08CC-4C0C6DF6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347EAC-62CB-051E-FF32-540BB5E4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64B39F-2704-3821-1603-8F73CC60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FA32A5-F2E7-3A8B-CE15-637D7D96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5070D4-52C2-8DBA-EA45-9A268E5E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885D56-775A-FA17-8E1A-53424721F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41B3A-1E02-486D-8999-0A388EE8FFB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2E8747-67F2-2AE4-4E83-B6228893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5FBB1E-6159-909F-D422-5B391FDC0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B36F-A777-4F7B-92DA-9B5D165B1A4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7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35D746B-1FCD-A6F7-70EC-79F407C9124A}"/>
              </a:ext>
            </a:extLst>
          </p:cNvPr>
          <p:cNvSpPr txBox="1"/>
          <p:nvPr/>
        </p:nvSpPr>
        <p:spPr>
          <a:xfrm>
            <a:off x="4226719" y="244665"/>
            <a:ext cx="33647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u="sng" dirty="0">
                <a:latin typeface="Courier New" panose="02070309020205020404" pitchFamily="49" charset="0"/>
              </a:rPr>
              <a:t>Nombre de la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SOL_RpaChallenge_Attended</a:t>
            </a:r>
            <a:r>
              <a:rPr lang="es-CL" sz="1400" dirty="0"/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D42EC9-9AFB-C12C-7C23-0C88EE856A90}"/>
              </a:ext>
            </a:extLst>
          </p:cNvPr>
          <p:cNvSpPr txBox="1"/>
          <p:nvPr/>
        </p:nvSpPr>
        <p:spPr>
          <a:xfrm>
            <a:off x="2495675" y="3287777"/>
            <a:ext cx="431244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u="sng" dirty="0">
                <a:latin typeface="Courier New" panose="02070309020205020404" pitchFamily="49" charset="0"/>
              </a:rPr>
              <a:t>Desktop Subflujos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I01_LoadEnvironmentVariables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I02_EnsureFolderStructure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I03_InitializeLogFile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I04_DownloadConfigFile</a:t>
            </a:r>
            <a:endParaRPr lang="es-CL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I05_ReadConfigFile</a:t>
            </a:r>
            <a:endParaRPr lang="es-CL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P01_LaunchRpaChallenge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P02_DownloadInputFile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P03_ReadInputFile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P04_ProcessEachRecord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U01_HandleException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U02_CleanUp</a:t>
            </a:r>
            <a:r>
              <a:rPr lang="es-CL" sz="1400" dirty="0"/>
              <a:t> </a:t>
            </a:r>
            <a:endParaRPr lang="es-CL" sz="1400" dirty="0"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U03_LogMessage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U04_TakeScreenshot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U01_HandleInitException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29AB41-F22F-5C51-52AC-17F020329536}"/>
              </a:ext>
            </a:extLst>
          </p:cNvPr>
          <p:cNvSpPr txBox="1"/>
          <p:nvPr/>
        </p:nvSpPr>
        <p:spPr>
          <a:xfrm>
            <a:off x="6808119" y="1107831"/>
            <a:ext cx="45005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u="sng" dirty="0">
                <a:latin typeface="Courier New" panose="02070309020205020404" pitchFamily="49" charset="0"/>
              </a:rPr>
              <a:t>Variables de entorno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ENV_RpaChallenge_Url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ENV_RpaChallenge_BaseWorkFolder</a:t>
            </a:r>
            <a:r>
              <a:rPr lang="es-CL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 err="1">
                <a:latin typeface="Courier New" panose="02070309020205020404" pitchFamily="49" charset="0"/>
              </a:rPr>
              <a:t>ENV_RpaChallenge_SharePointConfigPath</a:t>
            </a:r>
            <a:endParaRPr lang="es-CL" sz="1400" dirty="0"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ENV_RpaChallenge_SharePointSiteUrl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FF81BC-E556-8A87-A931-15ECB397750E}"/>
              </a:ext>
            </a:extLst>
          </p:cNvPr>
          <p:cNvSpPr txBox="1"/>
          <p:nvPr/>
        </p:nvSpPr>
        <p:spPr>
          <a:xfrm>
            <a:off x="1209674" y="2567720"/>
            <a:ext cx="365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u="sng" dirty="0">
                <a:latin typeface="Courier New" panose="02070309020205020404" pitchFamily="49" charset="0"/>
              </a:rPr>
              <a:t>Nombre del Desktop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Courier New" panose="02070309020205020404" pitchFamily="49" charset="0"/>
              </a:rPr>
              <a:t>DF_RpaChallenge_Template</a:t>
            </a:r>
            <a:endParaRPr lang="es-CL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6A8FB9-CD40-7492-DF4E-069E929BF373}"/>
              </a:ext>
            </a:extLst>
          </p:cNvPr>
          <p:cNvSpPr txBox="1"/>
          <p:nvPr/>
        </p:nvSpPr>
        <p:spPr>
          <a:xfrm>
            <a:off x="1162175" y="1103117"/>
            <a:ext cx="4650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u="sng" dirty="0">
                <a:latin typeface="Courier New" panose="02070309020205020404" pitchFamily="49" charset="0"/>
              </a:rPr>
              <a:t>Nombre del Cloud </a:t>
            </a:r>
            <a:r>
              <a:rPr lang="es-CL" b="1" u="sng" dirty="0" err="1">
                <a:latin typeface="Courier New" panose="02070309020205020404" pitchFamily="49" charset="0"/>
              </a:rPr>
              <a:t>flow</a:t>
            </a:r>
            <a:endParaRPr lang="es-CL" b="1" u="sng" dirty="0"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highlight>
                  <a:srgbClr val="00FF00"/>
                </a:highlight>
                <a:latin typeface="Courier New" panose="02070309020205020404" pitchFamily="49" charset="0"/>
              </a:rPr>
              <a:t>Por definir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88374CA-3F64-DC41-07DF-F9A5F91ED14C}"/>
              </a:ext>
            </a:extLst>
          </p:cNvPr>
          <p:cNvSpPr txBox="1"/>
          <p:nvPr/>
        </p:nvSpPr>
        <p:spPr>
          <a:xfrm>
            <a:off x="6897189" y="3304298"/>
            <a:ext cx="416133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Courier New" panose="02070309020205020404" pitchFamily="49" charset="0"/>
              </a:rPr>
              <a:t>Folder local del </a:t>
            </a:r>
            <a:r>
              <a:rPr lang="en-US" b="1" u="sng" dirty="0" err="1">
                <a:latin typeface="Courier New" panose="02070309020205020404" pitchFamily="49" charset="0"/>
              </a:rPr>
              <a:t>Proceso</a:t>
            </a:r>
            <a:endParaRPr lang="en-US" b="1" u="sng" dirty="0">
              <a:latin typeface="Courier New" panose="02070309020205020404" pitchFamily="49" charset="0"/>
            </a:endParaRPr>
          </a:p>
          <a:p>
            <a:endParaRPr lang="en-US" b="1" u="sng" dirty="0">
              <a:latin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</a:rPr>
              <a:t>RpaChallenge/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Config/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│   └── </a:t>
            </a:r>
            <a:r>
              <a:rPr lang="en-US" sz="1400" b="1" dirty="0">
                <a:latin typeface="Courier New" panose="02070309020205020404" pitchFamily="49" charset="0"/>
              </a:rPr>
              <a:t>Config.xlsx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Input/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Output/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Logs/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Screenshots/</a:t>
            </a:r>
          </a:p>
          <a:p>
            <a:r>
              <a:rPr lang="en-US" sz="1400" dirty="0">
                <a:latin typeface="Courier New" panose="02070309020205020404" pitchFamily="49" charset="0"/>
              </a:rPr>
              <a:t>├── Temp/</a:t>
            </a:r>
          </a:p>
        </p:txBody>
      </p:sp>
      <p:pic>
        <p:nvPicPr>
          <p:cNvPr id="1034" name="Picture 10" descr="Power-Automate-Icon - Ant Text">
            <a:extLst>
              <a:ext uri="{FF2B5EF4-FFF2-40B4-BE49-F238E27FC236}">
                <a16:creationId xmlns:a16="http://schemas.microsoft.com/office/drawing/2014/main" id="{72836BDB-C894-4F89-56A1-3DAC54A88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91" b="21740"/>
          <a:stretch>
            <a:fillRect/>
          </a:stretch>
        </p:blipFill>
        <p:spPr bwMode="auto">
          <a:xfrm>
            <a:off x="320136" y="1103117"/>
            <a:ext cx="842039" cy="51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8865166-4403-181F-B5B3-B777B0F6E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2" t="27664" r="16806" b="30972"/>
          <a:stretch>
            <a:fillRect/>
          </a:stretch>
        </p:blipFill>
        <p:spPr>
          <a:xfrm>
            <a:off x="398716" y="2639181"/>
            <a:ext cx="701143" cy="42767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E92FD95-3497-7D24-CC0D-C80B3C19C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5" t="22361" r="23751" b="23642"/>
          <a:stretch>
            <a:fillRect/>
          </a:stretch>
        </p:blipFill>
        <p:spPr>
          <a:xfrm>
            <a:off x="3531578" y="248934"/>
            <a:ext cx="585326" cy="58050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E62AB50-12C0-20BA-3062-D4799EE00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3" t="26250" r="18056" b="29166"/>
          <a:stretch>
            <a:fillRect/>
          </a:stretch>
        </p:blipFill>
        <p:spPr>
          <a:xfrm>
            <a:off x="5979013" y="1107971"/>
            <a:ext cx="722914" cy="512546"/>
          </a:xfrm>
          <a:prstGeom prst="rect">
            <a:avLst/>
          </a:prstGeom>
        </p:spPr>
      </p:pic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6697ED1-BDB8-9494-9991-A679D0A49579}"/>
              </a:ext>
            </a:extLst>
          </p:cNvPr>
          <p:cNvCxnSpPr/>
          <p:nvPr/>
        </p:nvCxnSpPr>
        <p:spPr>
          <a:xfrm>
            <a:off x="435953" y="933450"/>
            <a:ext cx="1094642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3A4C916-C4C4-9EB3-72E2-03949FEF46EE}"/>
              </a:ext>
            </a:extLst>
          </p:cNvPr>
          <p:cNvCxnSpPr>
            <a:cxnSpLocks/>
          </p:cNvCxnSpPr>
          <p:nvPr/>
        </p:nvCxnSpPr>
        <p:spPr>
          <a:xfrm>
            <a:off x="5646128" y="792183"/>
            <a:ext cx="0" cy="17755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F363E0D-FDCB-DDD3-F55A-6EC4FCE77620}"/>
              </a:ext>
            </a:extLst>
          </p:cNvPr>
          <p:cNvCxnSpPr/>
          <p:nvPr/>
        </p:nvCxnSpPr>
        <p:spPr>
          <a:xfrm>
            <a:off x="398716" y="2371144"/>
            <a:ext cx="1094642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9CE44B18-CA3B-2B17-E4A8-859B598B7DF3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1437920" y="3896069"/>
            <a:ext cx="1667711" cy="447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758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120</Words>
  <Application>Microsoft Office PowerPoint</Application>
  <PresentationFormat>Panorámica</PresentationFormat>
  <Paragraphs>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Amilcar Rodriguez</dc:creator>
  <cp:lastModifiedBy>Amilcar Rodriguez</cp:lastModifiedBy>
  <cp:revision>13</cp:revision>
  <dcterms:created xsi:type="dcterms:W3CDTF">2026-04-06T14:52:26Z</dcterms:created>
  <dcterms:modified xsi:type="dcterms:W3CDTF">2026-08-30T14:37:55Z</dcterms:modified>
</cp:coreProperties>
</file>